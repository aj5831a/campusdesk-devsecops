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A CAMPUS IT HELPDESK APPLICATION WITH A REPRODUCIBLE DEVSECOPS DELIVERY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CampusDesk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Create, assign, prioritize and resolve support tickets.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React interface, FastAPI services and persistent PostgreSQL 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Built for the DevSecOps assignment. Temporary AWS resources are removed after evidence capture.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A small workflow, implemented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Requester email, category and required campus location stay with each ticket.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The workflow is OPEN → IN_PROGRESS → RESOLVED; teams can reopen tickets.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Search and filters help triage; summary counts expose unresolved urgent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Assumption: an internal classroom demonstration with synthetic data and no authentication.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TECHNOLOGY AND CODE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Separate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React + Vite: ticket workspace, forms and accessible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FastAPI: HTTP routes; service functions: workflow operations; Pydantic: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SQLAlchemy + PostgreSQL: storage. Alembic: explicit schema migrations.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Docker Compose: local integration. Helm + Kubernetes: repeatable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One application, two delivery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7F8C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7F8C"/>
                </a:solidFill>
                <a:latin typeface="Aptos"/>
              </a:defRPr>
            </a:pPr>
            <a:r>
              <a:t>React /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7F8C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7F8C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945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02A4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945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02A4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1945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02A4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102A43"/>
                </a:solidFill>
                <a:latin typeface="Aptos"/>
              </a:defRPr>
            </a:pPr>
            <a:r>
              <a:t>GitHub Actions → GHCR → ArgoCD / Helm → 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02A43"/>
                </a:solidFill>
                <a:latin typeface="Aptos"/>
              </a:defRPr>
            </a:pPr>
            <a:r>
              <a:t>Prometheus ← /metrics       Grafana ← 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Local: Compose connects the same three application services.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229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5229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AWS: Terraform creates the VPC and EKS; Helm defines the workload.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CONTINUOUS INTEGRATION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Test before 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GitHub Actions runs backend tests, frontend tests and a production frontend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Build each image once and tag it with the source commit SHA.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Trivy blocks HIGH and CRITICAL findings and preserves scan reports.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Deploy scanned images to temporary Kind, smoke-test them, then publish to GHCR.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TERRAFORM AND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Make infrastructure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VPC spans two availability zones, with public and private subnets.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EKS worker nodes use private subnets; a NAT gateway provides outbound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The Kubernetes API public endpoint is restricted to explicit operator CIDRs.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EBS CSI receives a dedicated IAM role for persistent volumes.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Capture plan/apply and AWS proof, then destroy temporary billable resources.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KUBERNETES AND HELM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Deploy and recover predictably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Frontend and backend Deployments use probes, resource requests and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database StatefulSet uses persistent storage; credentials come from a Secret.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migration Job applies Alembic before the application is considered 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HPA adjusts backend replicas; an Ingress can provide a single application endpoint.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Runtime evidence must show the actual pods, services, storage and health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ARGOCD AND GITOPS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Git records the desired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ArgoCD reads the Helm chart and release values from Git.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Commit-SHA image tags connect a deployed release to its tested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values change updates the desired state; ArgoCD reconciles the cluster.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Show Synced and Healthy states, then demonstrate a controlled release update.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configured Application alone is not proof of a successful synchronization.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PROMETHEUS AND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Observe behavior, not just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/health reports process liveness; /ready checks access to the migrated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/metrics exposes HTTP request counts, duration and status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A ServiceMonitor connects the API to Prometheus; verify its target is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Grafana displays request rate, p95 latency and server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Generate traffic and allow scrape intervals before recording the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8C"/>
                </a:solidFill>
                <a:latin typeface="Aptos"/>
              </a:defRPr>
            </a:pPr>
            <a:r>
              <a:t>WHAT IS VERIFIED, AND WHAT STILL NEEDS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A43"/>
                </a:solidFill>
                <a:latin typeface="Aptos"/>
              </a:defRPr>
            </a:pPr>
            <a:r>
              <a:t>Evidence and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Verified: 31 isolated backend tests, including validation, CRUD, readiness and migration waiting.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79776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Campus variant adds category and location validation, search, forms and a dedicated migration.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02152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Runtime evidence: see demo/evidence and the final walkthrough for the recorded deployment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24528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Keep test results, deployed state and teardown proof separate; none implies the others.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46904"/>
            <a:ext cx="101498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02A43"/>
                </a:solidFill>
                <a:latin typeface="Aptos"/>
              </a:defRPr>
            </a:pPr>
            <a:r>
              <a:t>The demo has no authentication and uses a single PostgreSQL instance; production needs access control and a recovery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RESOLVEDESK  /  DEVSECOPS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3687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