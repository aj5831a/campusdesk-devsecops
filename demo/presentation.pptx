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ARYAN / AJ5831A / CAMPUS IT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CampusDesk: support across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Track classroom, lab and account incidents with a required campus location.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Classify requests as hardware, software, network, account or 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Shared ResolveDesk foundation and AI assistance are credited explicitly.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 DISTINCT CAMPUS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From a lab incident to a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Example: projector loses HDMI signal in Science block, Lab 301.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Capture requester, location, category, priority and assigned support team.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Move Open to In progress to Resolved; search by location or category.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Demonstration data is synthetic. The application has no authentication or email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MODULAR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Campus fields have their own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TicketForm and TicketTable collect and show category and location.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Pydantic requires location and validates the category enum; partial updates reject nulls.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Routes call service functions; SQLAlchemy stores the ticket in PostgreSQL.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Migration 0003 adds campus fields without deleting existing ticket history.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ARCHITECTURE AND DEPLOYMENT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One shared cluster, separate campus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React /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554A4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02A43"/>
                </a:solidFill>
                <a:latin typeface="Aptos"/>
              </a:defRPr>
            </a:pPr>
            <a:r>
              <a:t>GitHub Actions → GHCR → ArgoCD / Helm → 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Prometheus ← /metrics       Grafana ← 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 Compose: browser 3002, API 8001, private PostgreSQL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229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EKS: namespace campusdesk, separate Secret and persistent database.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VERIFIED CONTINUOUS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A tested image reaches the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31 backend tests and four frontend tests passed; the production frontend build passed.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Commit-SHA images passed the Trivy HIGH/CRITICAL gate before publication.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same images passed Helm deployment and HTTP smoke checks in temporary Kind.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Final published baseline CI run 38906213468 passed at commit 1bd48967.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TERRAFORM AND THE ACTUAL AWS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Quota recovery changed the network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regional Elastic IP quota blocked the initial private-worker/NAT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Approved recovery used public-subnet workers with no public inbound access and API /32.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Replacement workers served both applications; the old failed node group delayed removal.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Recovery apply was gracefully interrupted during deletion; it was not a clean successful apply.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KUBERNETES, STORAGE AND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The campus workload was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proof shows two API replicas, two frontend replicas and a completed migration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PostgreSQL used its own bound 5 GiB volume in namespace campusdesk.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Readiness, liveness, resource limits and HPA were configured; metrics were available.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cloud cluster has since been destroyed. Today use local UI and recorded cloud evidence.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ARGOCD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GitOps was more than a YAML 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ArgoCD tracked the CampusDesk repository and Helm release values.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recorded application reached Synced, Healthy and Succeeded.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Deployed images used the verified 9a7a184 commit tag; later docs commits kept that release.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Backend replica drift is ignored so ArgoCD does not fight the HPA.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PROMETHEUS AND GRAFANA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Check actual metrics, not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Recorded Prometheus proof shows both CampusDesk API endpoints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campus dashboard contains real request-rate and p95-latency samples.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error panel had no matching series; that was not presented as a measured zero.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Grafana authentication was refreshed after a monitoring pod restart.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54A4"/>
                </a:solidFill>
                <a:latin typeface="Aptos"/>
              </a:defRPr>
            </a:pPr>
            <a:r>
              <a:t>FINAL RESULTS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Delivery finished with a cleanup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31 backend tests, four frontend tests, browser/mobile checks and PostgreSQL smoke passed.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ten-slide deck and a recorded 11m38s walkthrough document the delivery.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Shared Terraform destroy removed 59 resources; all 11 scoped cleanup checks passed.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owned KMS key is PendingDeletion until 15 November 2026 under AWS rules.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554A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 demo remains available. Production would need authentication, backups and recovery planning.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CAMPUSDESK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